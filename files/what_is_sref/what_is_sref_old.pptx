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1" y="1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5EE90-F3A1-37DF-D839-5129273549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E1E866-40EC-68E4-FBBB-B8E8F5FF99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C7E9F8-DBF0-3D9A-9D5F-FD75550C3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6358C-2489-45D6-834A-6F1B59EE79E7}" type="datetimeFigureOut">
              <a:rPr lang="en-CA" smtClean="0"/>
              <a:t>2025-05-26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1578CC-75ED-903E-6064-CE4A0BF5E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98D6FD-0C6E-3A89-D20E-86FB093F1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7E4B1-17F4-4AB6-B2F9-5A50867E4B7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04696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FF498-CD3A-419E-9537-D9E4EFBF2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6CA26-DFE6-7011-7566-C35F31D760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7D13C-568E-DD91-F488-C49AEA7F5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6358C-2489-45D6-834A-6F1B59EE79E7}" type="datetimeFigureOut">
              <a:rPr lang="en-CA" smtClean="0"/>
              <a:t>2025-05-26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0FE04-27E3-1938-D871-7D1FF6D50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6A188-3BFB-BE25-393C-77B1DFD35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7E4B1-17F4-4AB6-B2F9-5A50867E4B7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0313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C8AC3-9BB6-E728-718E-3D440D86B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D56E3A-671C-58B9-6695-1D7F354E33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B6F677-CB98-92D5-CC66-7A44316FF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6358C-2489-45D6-834A-6F1B59EE79E7}" type="datetimeFigureOut">
              <a:rPr lang="en-CA" smtClean="0"/>
              <a:t>2025-05-26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E7EE9B-19BC-6B49-0C1B-205DF7E43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FC9AB-E5DC-13A6-F136-0FB2903DB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7E4B1-17F4-4AB6-B2F9-5A50867E4B7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48008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AE8FD-1510-BF01-EB00-DD3593BC6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AE7A4-128E-B181-1F12-424CDDF14F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5E5856-C415-3A2E-BB71-24B1AE390A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11E39D-6AE0-EE0E-F317-6E47071C6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6358C-2489-45D6-834A-6F1B59EE79E7}" type="datetimeFigureOut">
              <a:rPr lang="en-CA" smtClean="0"/>
              <a:t>2025-05-26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34F480-3144-F66E-56C7-107BAB97A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8D887A-89DB-6FBE-593E-5D1DE7895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7E4B1-17F4-4AB6-B2F9-5A50867E4B7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06384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67E49-D2EA-A1B8-77A2-7A801BECB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128CB5-51B1-5505-DE2A-8A18CC57C9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6DEA63-7155-92DD-E512-794217FA4D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F81B20-33E0-1A64-DC66-D5D865677B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3B8A7C-AD2D-67D5-0F6D-C30E0A9A8D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04FCF5-243A-87C5-5B5F-FDC67CBAA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6358C-2489-45D6-834A-6F1B59EE79E7}" type="datetimeFigureOut">
              <a:rPr lang="en-CA" smtClean="0"/>
              <a:t>2025-05-26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5D590F-5233-B620-6C78-D6DC0EDB6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CD137D-D5C3-AE58-DB2D-62580E837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7E4B1-17F4-4AB6-B2F9-5A50867E4B7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33985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260C9-9663-B5B2-D745-FABF5299D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80E4B2-3C14-B325-669E-8AF52C703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6358C-2489-45D6-834A-6F1B59EE79E7}" type="datetimeFigureOut">
              <a:rPr lang="en-CA" smtClean="0"/>
              <a:t>2025-05-26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0ED637-9D51-E01D-ABDF-D8BCE0825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0D156A-B316-8D59-29AF-9AAE20181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7E4B1-17F4-4AB6-B2F9-5A50867E4B7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77477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2B57B0-C43C-C45B-28C7-C6C78A2EF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6358C-2489-45D6-834A-6F1B59EE79E7}" type="datetimeFigureOut">
              <a:rPr lang="en-CA" smtClean="0"/>
              <a:t>2025-05-26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82E1E9-F9F2-94B4-B0A1-8E10D4087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857197-0B68-887A-8AA8-02287D0EA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7E4B1-17F4-4AB6-B2F9-5A50867E4B7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56808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0D150-2736-CB80-79DF-8A636E5EE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EFBCA-5D6D-F6BD-DA8F-EAFF2DC5D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B3D28B-DAD0-7BC6-88BD-E035F7018A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6E4548-7BCE-207B-39BA-0287E12C5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6358C-2489-45D6-834A-6F1B59EE79E7}" type="datetimeFigureOut">
              <a:rPr lang="en-CA" smtClean="0"/>
              <a:t>2025-05-26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EB662A-3586-5593-1218-9A48D60E1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992F7A-CF54-B1C5-F037-210F01FAA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7E4B1-17F4-4AB6-B2F9-5A50867E4B7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10481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B10FA-1CBB-8D4C-1F79-09D970DF9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C57006-2897-E69D-0263-1A02A7F626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C97F78-94C3-4FAA-655A-6EDC628F0D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AA3948-8978-CA52-F73E-70BD513A7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6358C-2489-45D6-834A-6F1B59EE79E7}" type="datetimeFigureOut">
              <a:rPr lang="en-CA" smtClean="0"/>
              <a:t>2025-05-26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6D1721-4157-0DD6-CC1D-92C98DC48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8E988C-EB44-02AD-3588-8B2A81E2E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7E4B1-17F4-4AB6-B2F9-5A50867E4B7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79198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ED396-D509-C7FB-D5EE-B41C2B0E4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D2B360-B5B6-240A-3D7F-1F885C1131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539732-B205-4176-7FC5-0EA37B008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6358C-2489-45D6-834A-6F1B59EE79E7}" type="datetimeFigureOut">
              <a:rPr lang="en-CA" smtClean="0"/>
              <a:t>2025-05-26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EB0A53-704B-8DC9-A1A1-5BD82B6DE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F1323F-CA62-B018-275E-21D766F72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7E4B1-17F4-4AB6-B2F9-5A50867E4B7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80955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137D72-DB82-0BFF-9565-B638FFCF68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267423-6B40-0235-F273-3F17EEF698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132EBF-1B98-76C2-FDD0-57FCC7563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6358C-2489-45D6-834A-6F1B59EE79E7}" type="datetimeFigureOut">
              <a:rPr lang="en-CA" smtClean="0"/>
              <a:t>2025-05-26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700788-F0E3-0C79-9ED5-AF40C393E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1470D-B113-3B25-85F3-65682CBAD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7E4B1-17F4-4AB6-B2F9-5A50867E4B7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31580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01515E-0125-B68C-D54D-F0EEFA439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B57E9-3EED-FCB3-5785-C02D53F35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F470C-DFA6-9BEA-A904-6461825AAA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D6358C-2489-45D6-834A-6F1B59EE79E7}" type="datetimeFigureOut">
              <a:rPr lang="en-CA" smtClean="0"/>
              <a:t>2025-05-26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F2167C-CD07-37BB-146D-22011DB1B9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A6F27-F32F-08AD-A863-8F34BAD1D0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A7E4B1-17F4-4AB6-B2F9-5A50867E4B7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82241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21F987-DA72-BCF1-23A1-600EBA0CA872}"/>
              </a:ext>
            </a:extLst>
          </p:cNvPr>
          <p:cNvSpPr txBox="1"/>
          <p:nvPr/>
        </p:nvSpPr>
        <p:spPr>
          <a:xfrm>
            <a:off x="3659147" y="209939"/>
            <a:ext cx="48737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Pikachu, in the style of _______</a:t>
            </a:r>
            <a:endParaRPr lang="en-CA" sz="2800" dirty="0"/>
          </a:p>
        </p:txBody>
      </p:sp>
      <p:pic>
        <p:nvPicPr>
          <p:cNvPr id="7" name="Picture 6" descr="A painting of a yellow cartoon character in a field of flowers&#10;&#10;AI-generated content may be incorrect.">
            <a:extLst>
              <a:ext uri="{FF2B5EF4-FFF2-40B4-BE49-F238E27FC236}">
                <a16:creationId xmlns:a16="http://schemas.microsoft.com/office/drawing/2014/main" id="{965D50BC-B9A2-11A9-ECEB-8880583160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3309" y="1275266"/>
            <a:ext cx="2324293" cy="2334942"/>
          </a:xfrm>
          <a:prstGeom prst="rect">
            <a:avLst/>
          </a:prstGeom>
        </p:spPr>
      </p:pic>
      <p:pic>
        <p:nvPicPr>
          <p:cNvPr id="9" name="Picture 8" descr="A cartoon character with flowers on head&#10;&#10;AI-generated content may be incorrect.">
            <a:extLst>
              <a:ext uri="{FF2B5EF4-FFF2-40B4-BE49-F238E27FC236}">
                <a16:creationId xmlns:a16="http://schemas.microsoft.com/office/drawing/2014/main" id="{5DD25306-B498-2D42-F035-E979843450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4400" y="1280578"/>
            <a:ext cx="2324293" cy="2329630"/>
          </a:xfrm>
          <a:prstGeom prst="rect">
            <a:avLst/>
          </a:prstGeom>
        </p:spPr>
      </p:pic>
      <p:pic>
        <p:nvPicPr>
          <p:cNvPr id="11" name="Picture 10" descr="A cartoon character wearing a hat and coat&#10;&#10;AI-generated content may be incorrect.">
            <a:extLst>
              <a:ext uri="{FF2B5EF4-FFF2-40B4-BE49-F238E27FC236}">
                <a16:creationId xmlns:a16="http://schemas.microsoft.com/office/drawing/2014/main" id="{C94C973E-CE5A-2A25-E933-1637C78E73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64" y="1280578"/>
            <a:ext cx="2324293" cy="2334918"/>
          </a:xfrm>
          <a:prstGeom prst="rect">
            <a:avLst/>
          </a:prstGeom>
        </p:spPr>
      </p:pic>
      <p:pic>
        <p:nvPicPr>
          <p:cNvPr id="17" name="Picture 16" descr="A cartoon character in front of a colorful square&#10;&#10;AI-generated content may be incorrect.">
            <a:extLst>
              <a:ext uri="{FF2B5EF4-FFF2-40B4-BE49-F238E27FC236}">
                <a16:creationId xmlns:a16="http://schemas.microsoft.com/office/drawing/2014/main" id="{8DDB56F2-7584-2D04-9A79-BDACCB8B1F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5581" y="1275067"/>
            <a:ext cx="2324293" cy="2335141"/>
          </a:xfrm>
          <a:prstGeom prst="rect">
            <a:avLst/>
          </a:prstGeom>
        </p:spPr>
      </p:pic>
      <p:pic>
        <p:nvPicPr>
          <p:cNvPr id="19" name="Picture 18" descr="A cartoon character painted on a wall&#10;&#10;AI-generated content may be incorrect.">
            <a:extLst>
              <a:ext uri="{FF2B5EF4-FFF2-40B4-BE49-F238E27FC236}">
                <a16:creationId xmlns:a16="http://schemas.microsoft.com/office/drawing/2014/main" id="{BA509ED7-8A01-101C-0FE0-B114DE0093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64" y="4388530"/>
            <a:ext cx="2324293" cy="2303139"/>
          </a:xfrm>
          <a:prstGeom prst="rect">
            <a:avLst/>
          </a:prstGeom>
        </p:spPr>
      </p:pic>
      <p:pic>
        <p:nvPicPr>
          <p:cNvPr id="21" name="Picture 20" descr="Cartoon of a cartoon character&#10;&#10;AI-generated content may be incorrect.">
            <a:extLst>
              <a:ext uri="{FF2B5EF4-FFF2-40B4-BE49-F238E27FC236}">
                <a16:creationId xmlns:a16="http://schemas.microsoft.com/office/drawing/2014/main" id="{AE92A7F3-3AD4-2A05-4523-CA98EC7428C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4400" y="4388531"/>
            <a:ext cx="2324293" cy="2318980"/>
          </a:xfrm>
          <a:prstGeom prst="rect">
            <a:avLst/>
          </a:prstGeom>
        </p:spPr>
      </p:pic>
      <p:pic>
        <p:nvPicPr>
          <p:cNvPr id="25" name="Picture 24" descr="A drawing of a cartoon character&#10;&#10;AI-generated content may be incorrect.">
            <a:extLst>
              <a:ext uri="{FF2B5EF4-FFF2-40B4-BE49-F238E27FC236}">
                <a16:creationId xmlns:a16="http://schemas.microsoft.com/office/drawing/2014/main" id="{3D91EC73-478E-5B61-A32B-2AF51A80440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3309" y="4388530"/>
            <a:ext cx="2412077" cy="2334942"/>
          </a:xfrm>
          <a:prstGeom prst="rect">
            <a:avLst/>
          </a:prstGeom>
        </p:spPr>
      </p:pic>
      <p:pic>
        <p:nvPicPr>
          <p:cNvPr id="27" name="Picture 26" descr="A cartoon character with arms up&#10;&#10;AI-generated content may be incorrect.">
            <a:extLst>
              <a:ext uri="{FF2B5EF4-FFF2-40B4-BE49-F238E27FC236}">
                <a16:creationId xmlns:a16="http://schemas.microsoft.com/office/drawing/2014/main" id="{4991E3C4-97B5-3ECB-F794-F98BA032006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5581" y="4388530"/>
            <a:ext cx="2324268" cy="2334942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97E6757-8975-7F5E-6ED8-E4E1FA34D412}"/>
              </a:ext>
            </a:extLst>
          </p:cNvPr>
          <p:cNvSpPr txBox="1"/>
          <p:nvPr/>
        </p:nvSpPr>
        <p:spPr>
          <a:xfrm>
            <a:off x="3236435" y="733159"/>
            <a:ext cx="57191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All generated using Midjourney. Guess the answer!</a:t>
            </a:r>
            <a:endParaRPr lang="en-CA" sz="2000" dirty="0"/>
          </a:p>
        </p:txBody>
      </p:sp>
    </p:spTree>
    <p:extLst>
      <p:ext uri="{BB962C8B-B14F-4D97-AF65-F5344CB8AC3E}">
        <p14:creationId xmlns:p14="http://schemas.microsoft.com/office/powerpoint/2010/main" val="3370823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9E695-8449-3E4F-3DCF-4D3C5E697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213FBE-C52D-78D0-5290-EBF8564DB968}"/>
              </a:ext>
            </a:extLst>
          </p:cNvPr>
          <p:cNvSpPr txBox="1"/>
          <p:nvPr/>
        </p:nvSpPr>
        <p:spPr>
          <a:xfrm>
            <a:off x="3659147" y="209939"/>
            <a:ext cx="48737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Pikachu, in the style of _______</a:t>
            </a:r>
            <a:endParaRPr lang="en-CA" sz="2800" dirty="0"/>
          </a:p>
        </p:txBody>
      </p:sp>
      <p:pic>
        <p:nvPicPr>
          <p:cNvPr id="7" name="Picture 6" descr="A painting of a yellow cartoon character in a field of flowers&#10;&#10;AI-generated content may be incorrect.">
            <a:extLst>
              <a:ext uri="{FF2B5EF4-FFF2-40B4-BE49-F238E27FC236}">
                <a16:creationId xmlns:a16="http://schemas.microsoft.com/office/drawing/2014/main" id="{8488B0C0-C3C5-E5D6-4F47-30A9BD1B3EA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3309" y="1275266"/>
            <a:ext cx="2324293" cy="2334942"/>
          </a:xfrm>
          <a:prstGeom prst="rect">
            <a:avLst/>
          </a:prstGeom>
        </p:spPr>
      </p:pic>
      <p:pic>
        <p:nvPicPr>
          <p:cNvPr id="9" name="Picture 8" descr="A cartoon character with flowers on head&#10;&#10;AI-generated content may be incorrect.">
            <a:extLst>
              <a:ext uri="{FF2B5EF4-FFF2-40B4-BE49-F238E27FC236}">
                <a16:creationId xmlns:a16="http://schemas.microsoft.com/office/drawing/2014/main" id="{914C7716-6DC0-FDA6-3EF3-EDF108896C4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4400" y="1280578"/>
            <a:ext cx="2324293" cy="2329630"/>
          </a:xfrm>
          <a:prstGeom prst="rect">
            <a:avLst/>
          </a:prstGeom>
        </p:spPr>
      </p:pic>
      <p:pic>
        <p:nvPicPr>
          <p:cNvPr id="11" name="Picture 10" descr="A cartoon character wearing a hat and coat&#10;&#10;AI-generated content may be incorrect.">
            <a:extLst>
              <a:ext uri="{FF2B5EF4-FFF2-40B4-BE49-F238E27FC236}">
                <a16:creationId xmlns:a16="http://schemas.microsoft.com/office/drawing/2014/main" id="{A78562E6-E408-44A9-7757-A52A60CAF14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64" y="1280578"/>
            <a:ext cx="2324293" cy="2334918"/>
          </a:xfrm>
          <a:prstGeom prst="rect">
            <a:avLst/>
          </a:prstGeom>
        </p:spPr>
      </p:pic>
      <p:pic>
        <p:nvPicPr>
          <p:cNvPr id="17" name="Picture 16" descr="A cartoon character in front of a colorful square&#10;&#10;AI-generated content may be incorrect.">
            <a:extLst>
              <a:ext uri="{FF2B5EF4-FFF2-40B4-BE49-F238E27FC236}">
                <a16:creationId xmlns:a16="http://schemas.microsoft.com/office/drawing/2014/main" id="{90AB65EB-37FB-6D46-AF61-36B4B0AA3DA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5581" y="1275067"/>
            <a:ext cx="2324293" cy="2335141"/>
          </a:xfrm>
          <a:prstGeom prst="rect">
            <a:avLst/>
          </a:prstGeom>
        </p:spPr>
      </p:pic>
      <p:pic>
        <p:nvPicPr>
          <p:cNvPr id="19" name="Picture 18" descr="A cartoon character painted on a wall&#10;&#10;AI-generated content may be incorrect.">
            <a:extLst>
              <a:ext uri="{FF2B5EF4-FFF2-40B4-BE49-F238E27FC236}">
                <a16:creationId xmlns:a16="http://schemas.microsoft.com/office/drawing/2014/main" id="{EF68E73F-D932-AA54-9D83-9D396E0C4EE4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64" y="4388530"/>
            <a:ext cx="2324293" cy="2303139"/>
          </a:xfrm>
          <a:prstGeom prst="rect">
            <a:avLst/>
          </a:prstGeom>
        </p:spPr>
      </p:pic>
      <p:pic>
        <p:nvPicPr>
          <p:cNvPr id="21" name="Picture 20" descr="Cartoon of a cartoon character&#10;&#10;AI-generated content may be incorrect.">
            <a:extLst>
              <a:ext uri="{FF2B5EF4-FFF2-40B4-BE49-F238E27FC236}">
                <a16:creationId xmlns:a16="http://schemas.microsoft.com/office/drawing/2014/main" id="{85704369-F3A8-879C-99FA-055BB89306CD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4400" y="4388531"/>
            <a:ext cx="2324293" cy="2318980"/>
          </a:xfrm>
          <a:prstGeom prst="rect">
            <a:avLst/>
          </a:prstGeom>
        </p:spPr>
      </p:pic>
      <p:pic>
        <p:nvPicPr>
          <p:cNvPr id="25" name="Picture 24" descr="A drawing of a cartoon character&#10;&#10;AI-generated content may be incorrect.">
            <a:extLst>
              <a:ext uri="{FF2B5EF4-FFF2-40B4-BE49-F238E27FC236}">
                <a16:creationId xmlns:a16="http://schemas.microsoft.com/office/drawing/2014/main" id="{E9740476-C718-E58A-8810-985591707A28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3309" y="4388530"/>
            <a:ext cx="2412077" cy="2334942"/>
          </a:xfrm>
          <a:prstGeom prst="rect">
            <a:avLst/>
          </a:prstGeom>
        </p:spPr>
      </p:pic>
      <p:pic>
        <p:nvPicPr>
          <p:cNvPr id="27" name="Picture 26" descr="A cartoon character with arms up&#10;&#10;AI-generated content may be incorrect.">
            <a:extLst>
              <a:ext uri="{FF2B5EF4-FFF2-40B4-BE49-F238E27FC236}">
                <a16:creationId xmlns:a16="http://schemas.microsoft.com/office/drawing/2014/main" id="{AB0455E2-BF54-A872-8006-EE8B14273ABB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5581" y="4388530"/>
            <a:ext cx="2324268" cy="233494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8C1C45-948C-7CAC-A317-56ADA8FE3E3F}"/>
              </a:ext>
            </a:extLst>
          </p:cNvPr>
          <p:cNvSpPr txBox="1"/>
          <p:nvPr/>
        </p:nvSpPr>
        <p:spPr>
          <a:xfrm>
            <a:off x="914400" y="1917700"/>
            <a:ext cx="18546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i="0" dirty="0">
                <a:effectLst/>
                <a:latin typeface="inherit"/>
              </a:rPr>
              <a:t>Rembrandt</a:t>
            </a:r>
            <a:endParaRPr lang="en-CA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42C6E3-3920-F425-1C52-27D3BCEE1EA3}"/>
              </a:ext>
            </a:extLst>
          </p:cNvPr>
          <p:cNvSpPr txBox="1"/>
          <p:nvPr/>
        </p:nvSpPr>
        <p:spPr>
          <a:xfrm>
            <a:off x="3695700" y="1917700"/>
            <a:ext cx="18616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i="0" dirty="0">
                <a:effectLst/>
                <a:latin typeface="inherit"/>
              </a:rPr>
              <a:t>Frida Kahlo</a:t>
            </a:r>
            <a:endParaRPr lang="en-CA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64D868-231F-C4D5-834C-0A4F914BBA90}"/>
              </a:ext>
            </a:extLst>
          </p:cNvPr>
          <p:cNvSpPr txBox="1"/>
          <p:nvPr/>
        </p:nvSpPr>
        <p:spPr>
          <a:xfrm>
            <a:off x="7025690" y="1917700"/>
            <a:ext cx="11873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i="0" dirty="0">
                <a:effectLst/>
                <a:latin typeface="inherit"/>
              </a:rPr>
              <a:t>Monet</a:t>
            </a:r>
            <a:endParaRPr lang="en-CA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A49889-A02C-D4AD-FA15-2489674656EB}"/>
              </a:ext>
            </a:extLst>
          </p:cNvPr>
          <p:cNvSpPr txBox="1"/>
          <p:nvPr/>
        </p:nvSpPr>
        <p:spPr>
          <a:xfrm>
            <a:off x="9614965" y="1917700"/>
            <a:ext cx="16626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i="0" dirty="0">
                <a:effectLst/>
                <a:latin typeface="inherit"/>
              </a:rPr>
              <a:t>Mondrian</a:t>
            </a:r>
            <a:endParaRPr lang="en-CA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271024-F13B-11DC-1724-02298A08C26C}"/>
              </a:ext>
            </a:extLst>
          </p:cNvPr>
          <p:cNvSpPr txBox="1"/>
          <p:nvPr/>
        </p:nvSpPr>
        <p:spPr>
          <a:xfrm>
            <a:off x="1285719" y="5168246"/>
            <a:ext cx="12342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i="0" dirty="0">
                <a:effectLst/>
                <a:latin typeface="inherit"/>
              </a:rPr>
              <a:t>Banksy</a:t>
            </a:r>
            <a:endParaRPr lang="en-CA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DE5944-7DD6-8CB9-10A5-A220A66DE879}"/>
              </a:ext>
            </a:extLst>
          </p:cNvPr>
          <p:cNvSpPr txBox="1"/>
          <p:nvPr/>
        </p:nvSpPr>
        <p:spPr>
          <a:xfrm>
            <a:off x="3521021" y="5075913"/>
            <a:ext cx="2191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2000" b="1" i="0" dirty="0" err="1">
                <a:effectLst/>
                <a:latin typeface="inherit"/>
              </a:rPr>
              <a:t>sref</a:t>
            </a:r>
            <a:r>
              <a:rPr lang="en-CA" sz="2000" b="1" i="0" dirty="0">
                <a:effectLst/>
                <a:latin typeface="inherit"/>
              </a:rPr>
              <a:t> 3925873398</a:t>
            </a:r>
          </a:p>
          <a:p>
            <a:pPr algn="ctr"/>
            <a:r>
              <a:rPr lang="en-CA" sz="2000" b="1" dirty="0">
                <a:latin typeface="inherit"/>
              </a:rPr>
              <a:t>(Like Studio Ghibli)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D78993-0C85-CA7F-4987-3FFB362F75D3}"/>
              </a:ext>
            </a:extLst>
          </p:cNvPr>
          <p:cNvSpPr txBox="1"/>
          <p:nvPr/>
        </p:nvSpPr>
        <p:spPr>
          <a:xfrm>
            <a:off x="6413309" y="5075913"/>
            <a:ext cx="2397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2000" b="1" i="0" dirty="0" err="1">
                <a:effectLst/>
                <a:latin typeface="inherit"/>
              </a:rPr>
              <a:t>sref</a:t>
            </a:r>
            <a:r>
              <a:rPr lang="en-CA" sz="2000" b="1" i="0" dirty="0">
                <a:effectLst/>
                <a:latin typeface="inherit"/>
              </a:rPr>
              <a:t> 4059834270</a:t>
            </a:r>
          </a:p>
          <a:p>
            <a:pPr algn="ctr"/>
            <a:r>
              <a:rPr lang="en-CA" sz="2000" b="1" dirty="0">
                <a:latin typeface="inherit"/>
              </a:rPr>
              <a:t>(children color book)</a:t>
            </a:r>
            <a:endParaRPr lang="en-CA" sz="2000" b="1" i="0" dirty="0">
              <a:effectLst/>
              <a:latin typeface="inheri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78B02A-C610-3D61-CDC9-82AA71FDB57F}"/>
              </a:ext>
            </a:extLst>
          </p:cNvPr>
          <p:cNvSpPr txBox="1"/>
          <p:nvPr/>
        </p:nvSpPr>
        <p:spPr>
          <a:xfrm>
            <a:off x="9460002" y="5075913"/>
            <a:ext cx="1941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000" b="1" i="0" dirty="0" err="1">
                <a:effectLst/>
                <a:latin typeface="inherit"/>
              </a:rPr>
              <a:t>sref</a:t>
            </a:r>
            <a:r>
              <a:rPr lang="en-CA" sz="2000" b="1" i="0" dirty="0">
                <a:effectLst/>
                <a:latin typeface="inherit"/>
              </a:rPr>
              <a:t> 1612582939</a:t>
            </a:r>
          </a:p>
        </p:txBody>
      </p:sp>
    </p:spTree>
    <p:extLst>
      <p:ext uri="{BB962C8B-B14F-4D97-AF65-F5344CB8AC3E}">
        <p14:creationId xmlns:p14="http://schemas.microsoft.com/office/powerpoint/2010/main" val="2305743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F76A8AA5-BFA5-3C91-C6A7-67ABA131C0DF}"/>
              </a:ext>
            </a:extLst>
          </p:cNvPr>
          <p:cNvSpPr txBox="1"/>
          <p:nvPr/>
        </p:nvSpPr>
        <p:spPr>
          <a:xfrm>
            <a:off x="612969" y="468323"/>
            <a:ext cx="110640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/>
              <a:t>There are several ways you can control styles in Midjourney (An AI image generator)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690976-1068-D0C1-9AFD-B88D1897DD9F}"/>
              </a:ext>
            </a:extLst>
          </p:cNvPr>
          <p:cNvSpPr txBox="1"/>
          <p:nvPr/>
        </p:nvSpPr>
        <p:spPr>
          <a:xfrm>
            <a:off x="715398" y="1019992"/>
            <a:ext cx="10859197" cy="58380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en-CA" sz="2000" dirty="0"/>
              <a:t>Write style/artist names in the prompt</a:t>
            </a:r>
          </a:p>
          <a:p>
            <a:pPr marL="800100" lvl="1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CA" sz="2000" dirty="0"/>
              <a:t>Art movement/Style names: Impressionism, Dadaism, Cyberpunk, …</a:t>
            </a:r>
          </a:p>
          <a:p>
            <a:pPr marL="800100" lvl="1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CA" sz="2000" dirty="0"/>
              <a:t>Artist names: Picasso, Monet, …</a:t>
            </a:r>
          </a:p>
          <a:p>
            <a:pPr marL="800100" lvl="1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CA" sz="2000" dirty="0"/>
              <a:t>Video/Game Companies: Disney, Nintendo, …</a:t>
            </a:r>
          </a:p>
          <a:p>
            <a:pPr marL="800100" lvl="1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CA" sz="2000" dirty="0"/>
              <a:t>……</a:t>
            </a:r>
          </a:p>
          <a:p>
            <a:pPr marL="457200" indent="-457200">
              <a:lnSpc>
                <a:spcPct val="125000"/>
              </a:lnSpc>
              <a:buAutoNum type="arabicPeriod" startAt="2"/>
            </a:pPr>
            <a:r>
              <a:rPr lang="en-CA" sz="2000" dirty="0"/>
              <a:t>Use </a:t>
            </a:r>
            <a:r>
              <a:rPr lang="en-CA" sz="2000" dirty="0" err="1"/>
              <a:t>sref</a:t>
            </a:r>
            <a:r>
              <a:rPr lang="en-CA" sz="2000" dirty="0"/>
              <a:t> (style reference) code</a:t>
            </a:r>
          </a:p>
          <a:p>
            <a:pPr marL="914400" lvl="1" indent="-4572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Imagine that Picasso's artistic style exists somewhere within Midjourney's vast style universe. It's hidden behind a style code, something like #abcdefg000. It is a parameter you can put in the prompt to control style of image generated.</a:t>
            </a:r>
          </a:p>
          <a:p>
            <a:pPr marL="914400" lvl="1" indent="-4572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Even the AI developers don't know exactly which code matches which style</a:t>
            </a:r>
          </a:p>
          <a:p>
            <a:pPr marL="914400" lvl="1" indent="-4572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Users can experiment with random style codes </a:t>
            </a:r>
            <a:r>
              <a:rPr lang="en-CA" sz="2000" dirty="0"/>
              <a:t>and eventually find out which code represents Picasso</a:t>
            </a:r>
          </a:p>
          <a:p>
            <a:pPr marL="914400" lvl="1" indent="-4572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CA" sz="2000" dirty="0"/>
              <a:t>And then they can make this code public and call it “Picasso </a:t>
            </a:r>
            <a:r>
              <a:rPr lang="en-CA" sz="2000" dirty="0" err="1"/>
              <a:t>sref</a:t>
            </a:r>
            <a:r>
              <a:rPr lang="en-CA" sz="2000" dirty="0"/>
              <a:t>”</a:t>
            </a:r>
          </a:p>
          <a:p>
            <a:pPr marL="914400" lvl="1" indent="-4572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There’s an active community of users who search for and document these hidden styles</a:t>
            </a:r>
            <a:endParaRPr lang="en-CA" sz="2000" dirty="0"/>
          </a:p>
          <a:p>
            <a:pPr marL="800100" lvl="1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CA" sz="2000" dirty="0"/>
          </a:p>
        </p:txBody>
      </p:sp>
    </p:spTree>
    <p:extLst>
      <p:ext uri="{BB962C8B-B14F-4D97-AF65-F5344CB8AC3E}">
        <p14:creationId xmlns:p14="http://schemas.microsoft.com/office/powerpoint/2010/main" val="4249242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D469BD-D0CE-633D-7317-F40CB7AB0EF0}"/>
              </a:ext>
            </a:extLst>
          </p:cNvPr>
          <p:cNvSpPr txBox="1"/>
          <p:nvPr/>
        </p:nvSpPr>
        <p:spPr>
          <a:xfrm>
            <a:off x="817662" y="744312"/>
            <a:ext cx="4611884" cy="3566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dirty="0">
                <a:latin typeface="+mj-lt"/>
                <a:ea typeface="+mj-ea"/>
                <a:cs typeface="+mj-cs"/>
              </a:rPr>
              <a:t>Credit to my friend 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dirty="0" err="1">
                <a:latin typeface="+mj-lt"/>
                <a:ea typeface="+mj-ea"/>
                <a:cs typeface="+mj-cs"/>
              </a:rPr>
              <a:t>Xulin</a:t>
            </a:r>
            <a:r>
              <a:rPr lang="en-US" sz="4400" dirty="0">
                <a:latin typeface="+mj-lt"/>
                <a:ea typeface="+mj-ea"/>
                <a:cs typeface="+mj-cs"/>
              </a:rPr>
              <a:t> Liang</a:t>
            </a:r>
          </a:p>
        </p:txBody>
      </p:sp>
      <p:sp>
        <p:nvSpPr>
          <p:cNvPr id="13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yellow knitted toy with red eyes&#10;&#10;AI-generated content may be incorrect.">
            <a:extLst>
              <a:ext uri="{FF2B5EF4-FFF2-40B4-BE49-F238E27FC236}">
                <a16:creationId xmlns:a16="http://schemas.microsoft.com/office/drawing/2014/main" id="{F84547FC-0085-229F-29DC-8F77ABDA7F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86567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212</Words>
  <Application>Microsoft Office PowerPoint</Application>
  <PresentationFormat>Widescreen</PresentationFormat>
  <Paragraphs>27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inherit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Sijie Lin</dc:creator>
  <cp:lastModifiedBy>Sijie Lin</cp:lastModifiedBy>
  <cp:revision>8</cp:revision>
  <dcterms:created xsi:type="dcterms:W3CDTF">2025-04-08T19:43:37Z</dcterms:created>
  <dcterms:modified xsi:type="dcterms:W3CDTF">2025-05-26T15:00:38Z</dcterms:modified>
</cp:coreProperties>
</file>